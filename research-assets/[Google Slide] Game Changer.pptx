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Anton"/>
      <p:regular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Anton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fe938d23ac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fe938d23a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fe938d23a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fe938d23a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425" y="0"/>
            <a:ext cx="91708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1519350" y="1332975"/>
            <a:ext cx="61053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THIS TEMPLATE WORKS GREAT!</a:t>
            </a:r>
            <a:endParaRPr sz="81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614450" y="813700"/>
            <a:ext cx="79152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TO MAKE THIS YOUR OWN, CLICK FILE &gt; MAKE A COPY, WHILE SIGNED IN</a:t>
            </a:r>
            <a:endParaRPr sz="60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6957250" y="154425"/>
            <a:ext cx="22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